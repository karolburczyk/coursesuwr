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63" r:id="rId6"/>
    <p:sldId id="262" r:id="rId7"/>
    <p:sldId id="264" r:id="rId8"/>
    <p:sldId id="265" r:id="rId9"/>
    <p:sldId id="266" r:id="rId10"/>
    <p:sldId id="267" r:id="rId11"/>
    <p:sldId id="271" r:id="rId12"/>
    <p:sldId id="269" r:id="rId13"/>
    <p:sldId id="270" r:id="rId14"/>
    <p:sldId id="259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7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1A2F42-A78E-CE0A-C0A2-94249C538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AB4A837-4B1E-1328-0FBC-8DDFFA7B4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305C813-CFE3-4F09-00CA-CF3C5C9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2DBCDF4-0D24-28ED-3C5D-CCAC3B62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A3898C5-A193-D55D-D09F-F22248559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1141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41F60B-F725-875C-7B02-892AE7AB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200CC3-1710-FE74-B9E1-B112C8150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F340FF5-9A2D-AC4B-8DB5-3788D3039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D024841-2ED6-9991-CD90-E44FEC0A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06500B-55D9-C0F3-50F8-5F6D08B79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8144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610AB0-DE2E-2F6C-E527-8C12DDF7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6B81BE4-C185-0C88-546D-A91D91F1F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7D40E72-5F9D-4858-45E1-C691FD6B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953DA6A-80B9-EDA0-5862-D82119EF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E5055B5-2B43-C100-6D98-63A07D72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613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3FF014-5DAB-1396-D86F-1074F3B1C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E52154D-23E1-B725-B812-AAF5F615F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A564EAE-3290-38FB-F06A-E9C1E3543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7B2E7B4-07FD-AA3D-5FBF-9D2C5A41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24CF762-DEC4-514E-76AA-E1F9497DD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305FE7A-4979-EB70-1B01-03063826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963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917ADA-CA0A-2489-4105-ABD86E15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E3CF593-4D05-FBE9-99C4-05FFEF177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D3E66E4-0FBE-FE37-7F20-4F453D0A9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C49AC08-7896-CF22-D537-426459D9D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A934176-F11C-6506-4BC8-121E4E80D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1B7539F0-6BCF-373D-76EA-3CBF1A2C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00E9DF9-6007-DF4A-B2C8-6522E07D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32F1F044-DACF-C166-C4DF-F4B43642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098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D8AE16-B391-A187-88B7-E045BB5D8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9419EC88-1376-D68B-70B4-AB03F58BA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56AAB5C-F979-574B-8B86-07EFDAA7C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7CF9DF5-6A42-5B38-3334-5CAC4CB1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677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18BB903-CE93-3C19-30C9-1ACDABD9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11D7B12-166D-1568-B67A-BA86AB76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DEDE1A4-5B9F-DEA5-7745-8DF6C5EF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24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48E178-1E1C-7BC0-F1E5-BDA595A62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6F30A45-A49C-C6E1-0BA1-19D738E89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6B878F5-DADC-100F-147D-208829C8F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9C63425-A135-1B6B-919C-5A3A539A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541B2EE-9856-57A5-7344-B56C9EA3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E773E09-DC65-034E-6570-10A6C1F7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6262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651B27-0D3B-3041-C641-1186A4AF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690EA95-F89C-8B7A-5268-D80E69A94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5D53885-3153-D296-E675-C11D225E7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C690D21-84FA-D50A-C54E-54228E8D8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9D79521-09C3-9AC3-6308-E59190C6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D2516E7-D71F-C68B-BF83-12AA58249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756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BE0C73-7C01-9B65-C8BD-2B759198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EBCB48D-66CF-BC0C-33DE-9E42C8098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44EF98D-2405-497A-65B6-F125004C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61F013C-FC62-34CF-761B-4FB73626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90B31DD-416B-1B01-C2D4-3DB543D7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04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7C408D8-371A-BAD2-C9A7-768E1417E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71373D1-D4CC-7222-86E2-DB5FAEC58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994652-809B-A9AF-AC70-82C79D24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B79EB3F-6532-26CF-C94B-DCB2F7EC0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7EC6766-54DD-3557-52BC-AE76A3D7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099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419CF5ED-2261-DDAB-748A-580BF57F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59AC3F1-7390-A53C-E602-47B041FB6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D5F8B2B-A1CB-EE34-E229-79750CF27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15461-F80C-4C94-9A93-70220A584E1A}" type="datetimeFigureOut">
              <a:rPr lang="pl-PL" smtClean="0"/>
              <a:t>22.10.2025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2F914E3-0DCA-ABA9-028C-FFB28CA0F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5B7FDA6-8910-4B81-F17E-C3CAE4426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855B9-BFAF-4834-8F63-C3E9BF231DE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6866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Kanban_(development)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source.com/alternatives/trello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kanbantool.com/pl/przewodnik-kanban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usinessmap.io/pl/zasoby-kanban/pierwsze-kroki/kanban" TargetMode="External"/><Relationship Id="rId5" Type="http://schemas.openxmlformats.org/officeDocument/2006/relationships/hyperlink" Target="https://tenodhr.pl/blog/metodyka-kanban-czym-jest-zalety-wady-i-przeznaczenie" TargetMode="External"/><Relationship Id="rId4" Type="http://schemas.openxmlformats.org/officeDocument/2006/relationships/hyperlink" Target="https://en.wikipedia.org/wiki/Kanb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AF809FD9-C5B8-14C4-1C8A-2C9775B0E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pl-PL" sz="7200">
                <a:solidFill>
                  <a:schemeClr val="bg1"/>
                </a:solidFill>
              </a:rPr>
              <a:t>Kanban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5B37A85-AEC8-04DE-6136-E0C9F5DEA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pl-PL">
                <a:solidFill>
                  <a:schemeClr val="bg1"/>
                </a:solidFill>
              </a:rPr>
              <a:t>współczesna metoda zarządzania pracą</a:t>
            </a:r>
          </a:p>
        </p:txBody>
      </p:sp>
    </p:spTree>
    <p:extLst>
      <p:ext uri="{BB962C8B-B14F-4D97-AF65-F5344CB8AC3E}">
        <p14:creationId xmlns:p14="http://schemas.microsoft.com/office/powerpoint/2010/main" val="537925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8F862AE-E55D-E8A0-44ED-6BF4E9EBF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anchor="t">
            <a:normAutofit/>
          </a:bodyPr>
          <a:lstStyle/>
          <a:p>
            <a:r>
              <a:rPr lang="pl-PL" sz="4000"/>
              <a:t>Wprowadzenie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77CECC-69C0-938D-2DB8-AE9A716E8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03160"/>
            <a:ext cx="8740775" cy="2454300"/>
          </a:xfrm>
        </p:spPr>
        <p:txBody>
          <a:bodyPr>
            <a:normAutofit/>
          </a:bodyPr>
          <a:lstStyle/>
          <a:p>
            <a:r>
              <a:rPr lang="pl-PL" sz="2000">
                <a:solidFill>
                  <a:schemeClr val="tx1">
                    <a:alpha val="80000"/>
                  </a:schemeClr>
                </a:solidFill>
              </a:rPr>
              <a:t>Jak powstał Kanban i skąd wzięła się jego nazwa?</a:t>
            </a:r>
          </a:p>
          <a:p>
            <a:r>
              <a:rPr lang="pl-PL" sz="2000">
                <a:solidFill>
                  <a:schemeClr val="tx1">
                    <a:alpha val="80000"/>
                  </a:schemeClr>
                </a:solidFill>
              </a:rPr>
              <a:t>Co to jest Kanban?</a:t>
            </a:r>
          </a:p>
          <a:p>
            <a:r>
              <a:rPr lang="pl-PL" sz="2000">
                <a:solidFill>
                  <a:schemeClr val="tx1">
                    <a:alpha val="80000"/>
                  </a:schemeClr>
                </a:solidFill>
              </a:rPr>
              <a:t>Skąd wzięła się jego popularność?</a:t>
            </a:r>
          </a:p>
          <a:p>
            <a:r>
              <a:rPr lang="pl-PL" sz="2000">
                <a:solidFill>
                  <a:schemeClr val="tx1">
                    <a:alpha val="80000"/>
                  </a:schemeClr>
                </a:solidFill>
              </a:rPr>
              <a:t>Kanban vs Scrum</a:t>
            </a:r>
          </a:p>
          <a:p>
            <a:r>
              <a:rPr lang="pl-PL" sz="2000">
                <a:solidFill>
                  <a:schemeClr val="tx1">
                    <a:alpha val="80000"/>
                  </a:schemeClr>
                </a:solidFill>
              </a:rPr>
              <a:t>Scrumban</a:t>
            </a:r>
          </a:p>
          <a:p>
            <a:r>
              <a:rPr lang="pl-PL" sz="2000">
                <a:solidFill>
                  <a:schemeClr val="tx1">
                    <a:alpha val="80000"/>
                  </a:schemeClr>
                </a:solidFill>
              </a:rPr>
              <a:t>Gdzie jeszcze możemy spotkać się z Kanbanem</a:t>
            </a:r>
          </a:p>
          <a:p>
            <a:endParaRPr lang="pl-PL" sz="2000" u="sng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9" name="Symbol zastępczy zawartości 5" descr="Obraz zawierający tekst, zrzut ekranu, design&#10;&#10;Zawartość wygenerowana przez AI może być niepoprawna.">
            <a:extLst>
              <a:ext uri="{FF2B5EF4-FFF2-40B4-BE49-F238E27FC236}">
                <a16:creationId xmlns:a16="http://schemas.microsoft.com/office/drawing/2014/main" id="{6C5B1C91-C192-4552-49F3-802A56A7A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03922" y="417306"/>
            <a:ext cx="5061415" cy="265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75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868F83C7-6A06-8983-3581-43555D87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Historia Kanbana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48DB9D7-49E6-0892-CAF3-54D5DCF5C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Czyli co japońscy sklepikarze i Toyota mają wspólnego z obecnymi standardami zarządzania?</a:t>
            </a:r>
          </a:p>
        </p:txBody>
      </p:sp>
    </p:spTree>
    <p:extLst>
      <p:ext uri="{BB962C8B-B14F-4D97-AF65-F5344CB8AC3E}">
        <p14:creationId xmlns:p14="http://schemas.microsoft.com/office/powerpoint/2010/main" val="217305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E4B8C-69F9-3D16-B6C6-4D06783A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2EB327-7DEE-23FD-F99A-46156C32E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D5B7C64-5E04-B88D-CCE9-0FF32C50E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19" y="652306"/>
            <a:ext cx="8740774" cy="715481"/>
          </a:xfrm>
        </p:spPr>
        <p:txBody>
          <a:bodyPr anchor="t">
            <a:normAutofit/>
          </a:bodyPr>
          <a:lstStyle/>
          <a:p>
            <a:r>
              <a:rPr lang="pl-PL" sz="4000" dirty="0"/>
              <a:t>„</a:t>
            </a:r>
            <a:r>
              <a:rPr lang="pl-PL" sz="4000" dirty="0" err="1"/>
              <a:t>Muda</a:t>
            </a:r>
            <a:r>
              <a:rPr lang="pl-PL" sz="4000" dirty="0"/>
              <a:t>” – </a:t>
            </a:r>
            <a:r>
              <a:rPr lang="pl-PL" sz="4000" dirty="0" err="1"/>
              <a:t>konecpcja</a:t>
            </a:r>
            <a:r>
              <a:rPr lang="pl-PL" sz="4000" dirty="0"/>
              <a:t> strat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3F3423-1403-2575-9732-3B3559793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393E7A2-1BDD-1608-86F8-4E0D074E3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7E5043B-710A-2EBA-E832-0CF558805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3D00C5C-A009-6972-2651-89E8260A7B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4BE2968-8732-1D44-5D0B-4064E273C0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6" name="Picture 2" descr="Siedem rodzajów strat">
            <a:extLst>
              <a:ext uri="{FF2B5EF4-FFF2-40B4-BE49-F238E27FC236}">
                <a16:creationId xmlns:a16="http://schemas.microsoft.com/office/drawing/2014/main" id="{A6B4D428-FE27-254D-5A87-0A041DA32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30251" y="1906814"/>
            <a:ext cx="5816026" cy="362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1371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7FD38FD-A356-AADA-DD87-D969126BA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pl-PL" sz="4000" dirty="0">
                <a:solidFill>
                  <a:schemeClr val="bg1"/>
                </a:solidFill>
              </a:rPr>
              <a:t>Tablica </a:t>
            </a:r>
            <a:r>
              <a:rPr lang="pl-PL" sz="4000" dirty="0" err="1">
                <a:solidFill>
                  <a:schemeClr val="bg1"/>
                </a:solidFill>
              </a:rPr>
              <a:t>Kanban</a:t>
            </a:r>
            <a:endParaRPr lang="pl-PL" sz="4000" dirty="0">
              <a:solidFill>
                <a:schemeClr val="bg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FCD6B98-16C3-B23E-9778-852CC655C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4" cy="2454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solidFill>
                  <a:schemeClr val="bg1">
                    <a:alpha val="80000"/>
                  </a:schemeClr>
                </a:solidFill>
              </a:rPr>
              <a:t>Jak wygląda schemat pracy z tablicą </a:t>
            </a:r>
            <a:r>
              <a:rPr lang="pl-PL" sz="2400" dirty="0" err="1">
                <a:solidFill>
                  <a:schemeClr val="bg1">
                    <a:alpha val="80000"/>
                  </a:schemeClr>
                </a:solidFill>
              </a:rPr>
              <a:t>Kanban</a:t>
            </a:r>
            <a:r>
              <a:rPr lang="pl-PL" sz="2400" dirty="0">
                <a:solidFill>
                  <a:schemeClr val="bg1">
                    <a:alpha val="80000"/>
                  </a:schemeClr>
                </a:solidFill>
              </a:rPr>
              <a:t>?</a:t>
            </a: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Symbol zastępczy zawartości 4" descr="Obraz zawierający tekst, Karteczka samoprzylepna, pismo odręczne, Produkty papierowe&#10;&#10;Zawartość wygenerowana przez AI może być niepoprawna.">
            <a:extLst>
              <a:ext uri="{FF2B5EF4-FFF2-40B4-BE49-F238E27FC236}">
                <a16:creationId xmlns:a16="http://schemas.microsoft.com/office/drawing/2014/main" id="{AB76B9C6-B5BB-0F17-03DA-296B2E977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541932" y="1653694"/>
            <a:ext cx="4369112" cy="24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59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095F3678-AE9F-220D-506B-37AD2931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pl-PL" sz="4000"/>
              <a:t>Zasady metody Kanban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A28553-9871-AF46-06E5-345E188CF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1" y="1721579"/>
            <a:ext cx="6140449" cy="3952648"/>
          </a:xfrm>
        </p:spPr>
        <p:txBody>
          <a:bodyPr>
            <a:normAutofit/>
          </a:bodyPr>
          <a:lstStyle/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Wizualizacja pracy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Limity pracy w toku (WIP)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Zarządzanie przepływem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Jasne zasady procesu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Ulepszanie (ciągłe doskonalenie)</a:t>
            </a:r>
          </a:p>
        </p:txBody>
      </p:sp>
    </p:spTree>
    <p:extLst>
      <p:ext uri="{BB962C8B-B14F-4D97-AF65-F5344CB8AC3E}">
        <p14:creationId xmlns:p14="http://schemas.microsoft.com/office/powerpoint/2010/main" val="585553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9A6C123B-5318-6A6A-8D8C-84AFB6078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pl-PL" sz="4000"/>
              <a:t>Kanban vs. inne metody (np. Scrum)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56CB49-1F1D-DC2B-E535-64D4F51A4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1" y="1721579"/>
            <a:ext cx="6140449" cy="3952648"/>
          </a:xfrm>
        </p:spPr>
        <p:txBody>
          <a:bodyPr>
            <a:normAutofit/>
          </a:bodyPr>
          <a:lstStyle/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Brak iteracji/sprintów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Zmienne priorytety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Elastyczność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„Pull” zamiast „push”</a:t>
            </a:r>
          </a:p>
        </p:txBody>
      </p:sp>
    </p:spTree>
    <p:extLst>
      <p:ext uri="{BB962C8B-B14F-4D97-AF65-F5344CB8AC3E}">
        <p14:creationId xmlns:p14="http://schemas.microsoft.com/office/powerpoint/2010/main" val="1726381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010F1B22-E56C-0B5B-28FC-F2A46A9D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anchor="t">
            <a:normAutofit/>
          </a:bodyPr>
          <a:lstStyle/>
          <a:p>
            <a:r>
              <a:rPr lang="pl-PL" sz="4000"/>
              <a:t>Zalety Kanbana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6480275-FB4F-B2A9-8B9B-DA6A3680E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175" y="1311088"/>
            <a:ext cx="5276850" cy="4327261"/>
          </a:xfrm>
        </p:spPr>
        <p:txBody>
          <a:bodyPr>
            <a:normAutofit/>
          </a:bodyPr>
          <a:lstStyle/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Przejrzystość procesu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Redukcja zbędnych zapasów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Łatwiejsza identyfikacja wąskich gardeł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Dynamiczne reagowanie na zmiany</a:t>
            </a:r>
          </a:p>
        </p:txBody>
      </p:sp>
    </p:spTree>
    <p:extLst>
      <p:ext uri="{BB962C8B-B14F-4D97-AF65-F5344CB8AC3E}">
        <p14:creationId xmlns:p14="http://schemas.microsoft.com/office/powerpoint/2010/main" val="1347449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41B7E48-1D20-A870-5DAD-A50FCDB1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anchor="t">
            <a:normAutofit/>
          </a:bodyPr>
          <a:lstStyle/>
          <a:p>
            <a:r>
              <a:rPr lang="pl-PL" sz="4000"/>
              <a:t>Wady Kanbana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9D9D68-1FDE-5B0E-9859-4C400A230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03160"/>
            <a:ext cx="8740775" cy="2454300"/>
          </a:xfrm>
        </p:spPr>
        <p:txBody>
          <a:bodyPr>
            <a:normAutofit/>
          </a:bodyPr>
          <a:lstStyle/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Trudności przy niestabilnym popycie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Brak „zapasów bezpieczeństwa”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Wymaga dyscypliny całego zespołu</a:t>
            </a:r>
          </a:p>
          <a:p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Nie daje sztywnych ram czasowych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28831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FAE6E8-1D9E-4905-AAFE-978D33182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059EDA2-1028-44CF-B4D7-D690D620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317" y="1354819"/>
            <a:ext cx="10361531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Kanban w produkcji, IT, życiu prywatnym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7032070-6525-8891-2A17-67044DB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4414180"/>
            <a:ext cx="7006691" cy="8845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Kanban ma swoje zastosowanie wszędzie </a:t>
            </a: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</a:t>
            </a:r>
            <a:endParaRPr lang="en-US" sz="2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9D1CBF-A219-4C01-85A0-9DF6151E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9FC63AB-02B8-4DDD-8778-397188A3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0AB7ED-D983-4149-A166-B31B71163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831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2E5820F-732C-F144-C595-8B0BDFC62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0" y="1354819"/>
            <a:ext cx="6124576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Scrumban – hybryda Scruma i Kanbana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1006C5B-0AD8-3E73-C102-7D8A2B020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8702" y="4414180"/>
            <a:ext cx="6128274" cy="8845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Czyli jak połączyć elastyczność Kanbana i kontrolę jakości pracy Scruma?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53338B-EC15-4112-B0AA-4135021E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572002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1899EE-49A4-469F-BDB5-0A178C551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3E0550-0AFD-458E-A821-787F4CB6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C5702A-BA45-4A2C-99DC-525993A9C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8193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56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60BE9B8-80ED-A90D-7B78-B2E4956E0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3" y="1641752"/>
            <a:ext cx="2641600" cy="4366936"/>
          </a:xfrm>
        </p:spPr>
        <p:txBody>
          <a:bodyPr anchor="b">
            <a:normAutofit/>
          </a:bodyPr>
          <a:lstStyle/>
          <a:p>
            <a:r>
              <a:rPr lang="pl-PL" sz="3100"/>
              <a:t>Podsumowanie i pytania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07EE6D2-B8A8-4EA6-879E-705FC9177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6" y="1"/>
            <a:ext cx="835935" cy="6858000"/>
            <a:chOff x="-456" y="1"/>
            <a:chExt cx="835935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1DFD332-98CC-4272-A40D-289964828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260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6C93893-18A3-4188-9A31-F2DCE4432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716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05CF626-C714-D4EB-684D-A05F03E13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6134894" cy="396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>
                <a:solidFill>
                  <a:schemeClr val="tx1">
                    <a:alpha val="80000"/>
                  </a:schemeClr>
                </a:solidFill>
              </a:rPr>
              <a:t>Kanban to zwinna metoda zarządzania procesami, opierająca się na wizualizacji pracy, kontroli ilości zadań wykonywanych jednocześnie oraz ciągłym doskonaleniu, która pozwala na efektywne planowanie, identyfikację problemów i elastyczne dostosowywanie się do zmieniających się potrzeb, wspierając współpracę zespołu i optymalizację przepływu pracy.</a:t>
            </a:r>
          </a:p>
        </p:txBody>
      </p:sp>
    </p:spTree>
    <p:extLst>
      <p:ext uri="{BB962C8B-B14F-4D97-AF65-F5344CB8AC3E}">
        <p14:creationId xmlns:p14="http://schemas.microsoft.com/office/powerpoint/2010/main" val="3403891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aiichi Ohno: Hero of the Toyota Production System | QAD Blog">
            <a:extLst>
              <a:ext uri="{FF2B5EF4-FFF2-40B4-BE49-F238E27FC236}">
                <a16:creationId xmlns:a16="http://schemas.microsoft.com/office/drawing/2014/main" id="{09DA36E7-721E-59C9-6F98-4EBBFCAA24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7" name="Rectangle 5126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3A7DEA3-BB76-889B-DF0A-222279217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Dziękuję za uwagę!</a:t>
            </a:r>
          </a:p>
        </p:txBody>
      </p:sp>
      <p:cxnSp>
        <p:nvCxnSpPr>
          <p:cNvPr id="5129" name="Straight Connector 5128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967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56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39BE5AB-78C7-6D93-5A64-74912A22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3" y="1641752"/>
            <a:ext cx="2641600" cy="4366936"/>
          </a:xfrm>
        </p:spPr>
        <p:txBody>
          <a:bodyPr anchor="b">
            <a:normAutofit/>
          </a:bodyPr>
          <a:lstStyle/>
          <a:p>
            <a:r>
              <a:rPr lang="pl-PL" sz="4000"/>
              <a:t>Źródła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7EE6D2-B8A8-4EA6-879E-705FC9177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6" y="1"/>
            <a:ext cx="835935" cy="6858000"/>
            <a:chOff x="-456" y="1"/>
            <a:chExt cx="835935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DFD332-98CC-4272-A40D-289964828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260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6C93893-18A3-4188-9A31-F2DCE4432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716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229CB93-4BE0-B800-6813-EBBE67F3B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6134894" cy="3960000"/>
          </a:xfrm>
        </p:spPr>
        <p:txBody>
          <a:bodyPr>
            <a:normAutofit/>
          </a:bodyPr>
          <a:lstStyle/>
          <a:p>
            <a:r>
              <a:rPr lang="pl-PL" sz="2400" dirty="0">
                <a:solidFill>
                  <a:schemeClr val="tx1">
                    <a:alpha val="80000"/>
                  </a:schemeClr>
                </a:solidFill>
                <a:hlinkClick r:id="rId3"/>
              </a:rPr>
              <a:t>https://kanbantool.com/pl/przewodnik-kanban</a:t>
            </a:r>
            <a:endParaRPr lang="pl-PL" sz="2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pl-PL" sz="2400" dirty="0">
                <a:solidFill>
                  <a:schemeClr val="tx1">
                    <a:alpha val="80000"/>
                  </a:schemeClr>
                </a:solidFill>
                <a:hlinkClick r:id="rId4"/>
              </a:rPr>
              <a:t>https://en.wikipedia.org/wiki/Kanban</a:t>
            </a:r>
            <a:endParaRPr lang="pl-PL" sz="2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pl-PL" sz="2400" dirty="0">
                <a:solidFill>
                  <a:schemeClr val="tx1">
                    <a:alpha val="80000"/>
                  </a:schemeClr>
                </a:solidFill>
                <a:hlinkClick r:id="rId5"/>
              </a:rPr>
              <a:t>https://tenodhr.pl/blog/metodyka-kanban-czym-jest-zalety-wady-i-przeznaczenie</a:t>
            </a:r>
            <a:endParaRPr lang="pl-PL" sz="2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pl-PL" sz="2400" dirty="0">
                <a:solidFill>
                  <a:schemeClr val="tx1">
                    <a:alpha val="80000"/>
                  </a:schemeClr>
                </a:solidFill>
                <a:hlinkClick r:id="rId6"/>
              </a:rPr>
              <a:t>https://businessmap.io/pl/zasoby-kanban/pierwsze-kroki/kanban</a:t>
            </a:r>
            <a:endParaRPr lang="pl-PL" sz="2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pl-PL" sz="24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739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278</Words>
  <Application>Microsoft Office PowerPoint</Application>
  <PresentationFormat>Panoramiczny</PresentationFormat>
  <Paragraphs>47</Paragraphs>
  <Slides>14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Motyw pakietu Office</vt:lpstr>
      <vt:lpstr>Kanban</vt:lpstr>
      <vt:lpstr>Wprowadzenie</vt:lpstr>
      <vt:lpstr>Historia Kanbana</vt:lpstr>
      <vt:lpstr>„Muda” – konecpcja strat</vt:lpstr>
      <vt:lpstr>Tablica Kanban</vt:lpstr>
      <vt:lpstr>Zasady metody Kanban</vt:lpstr>
      <vt:lpstr>Kanban vs. inne metody (np. Scrum)</vt:lpstr>
      <vt:lpstr>Zalety Kanbana</vt:lpstr>
      <vt:lpstr>Wady Kanbana</vt:lpstr>
      <vt:lpstr>Kanban w produkcji, IT, życiu prywatnym</vt:lpstr>
      <vt:lpstr>Scrumban – hybryda Scruma i Kanbana</vt:lpstr>
      <vt:lpstr>Podsumowanie i pytania</vt:lpstr>
      <vt:lpstr>Dziękuję za uwagę!</vt:lpstr>
      <vt:lpstr>Źródła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Krystyna</dc:creator>
  <cp:lastModifiedBy>Krystyna</cp:lastModifiedBy>
  <cp:revision>2</cp:revision>
  <dcterms:created xsi:type="dcterms:W3CDTF">2025-10-05T19:36:06Z</dcterms:created>
  <dcterms:modified xsi:type="dcterms:W3CDTF">2025-10-22T16:09:00Z</dcterms:modified>
</cp:coreProperties>
</file>